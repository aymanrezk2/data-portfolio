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026F-E83A-6301-BF9F-AAA54D698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5AA0F-7FB9-3A74-57B5-773BE7495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86D8-E99C-E819-FE3C-65CA07C1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AD3D5-F3F9-5B63-8934-CC1B85B5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0F2C-1541-D8BB-079E-E351B1EF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4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2E5B-56BA-1B7F-081C-19E1B10F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8EDD8-8281-A2ED-F467-F173EF2F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3EEB-FCED-80CA-C22D-EF034519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4CE0-892E-7637-8C7F-FECA6D73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EC9C3-C566-C55D-E03C-7323B625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58B7-E88D-659B-D939-1D087412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C1D8-9BC8-970C-86C8-D074FBFC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BACF8-32DC-F53F-0BF9-C6F334FD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C6249-98BE-0E85-1447-FDEBDF88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63B31-FF07-8FA4-C859-6874E68B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6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F0AB-9E2B-C468-84EC-F02C72BB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405BE-55B2-1EAB-098E-6583D982E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BFDA0-E27C-CDAE-332E-D57A9DE06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80AA0-9238-8777-5945-353E5672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3B5D3-4459-05C0-7675-14D5F4F3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CA6E4-A865-914D-444F-B6E633AE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6248-A62B-9919-1016-7498360D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1DB52-0316-405E-E534-D48307BBF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C6551-6A07-D70B-9A2D-D08344E5F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BAF8D-EBC2-94B4-64F0-1ADAADC9C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00272-5662-35A4-1925-427EA639E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61B5C-7197-8B6E-BE36-9108A4D1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BC627-D54D-1ACE-4135-5001E200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8DB8C-D843-9D5A-7698-6E4F79E6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0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EF17-BF6E-3515-486C-E379ADFC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279EA-3A87-388F-0E87-DD0DA0FB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DC755-3A7C-041E-617C-49E37D0A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02ECF-2035-C844-46C6-CD29423D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1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1D799-BD2E-ABA6-88E3-08D5367F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AC186-6574-132A-2432-2D468139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1F71A-5F7B-2882-C884-C6AB6BD9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1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6A9B-825A-C019-DF06-F6E513AB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D6DB7-788F-0F83-BF80-A8813FC68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492C1-F789-09E9-A190-5AA2890F5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270CF-EAD6-BEB5-EFD1-EBC6E0A5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C983C-6542-DB26-08EC-EA5FEA66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FCD75-ACC0-7991-FD06-DF706205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B832-D21C-0C74-77BF-7C0F21A5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67CFD-E3A6-7E1E-A75F-7C6326181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F9D58-B4FB-2971-B22A-3D4E0641B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49235-C0AE-5121-1D77-C9AB0919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428C-ED76-9787-91C3-24C89FFE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89F12-0CBC-37D1-9A1C-9DC62BC1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6C97-3558-A724-C2FD-6ACE198B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F702C-B0D3-6A5B-48A3-FD76095FA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5EA17-95EA-39F2-80B0-4465C7C8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C3F9-C9C2-FD39-6AA8-C37B4357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01EA0-06FD-B9E9-E163-B4F6114D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8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615224-5EEF-B5B0-9909-AB78EFF27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C998D-9C15-10B3-A2E7-4CBF11A7D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62CA4-B3C6-40F5-7C93-B8561DE0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29F0F-58F3-902E-7A12-42047496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E985-31E5-8093-5697-C24B58C7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3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93A8C-0CFD-C522-2C98-4072119A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2FAB9-4C8F-9395-F90F-68A013F3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79E2-3912-7632-C6F0-ADB02602D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9BB1A-9D91-486C-A674-8C59F3002B4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D592-30CB-A71D-CD8D-A9F0E92F4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0F0E-0E19-EA23-3025-52BD7DCB0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B8F4C-2FB0-477A-8E59-0C5E04CB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2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E138F8-257B-3CE7-9725-E55F2464B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95" y="330789"/>
            <a:ext cx="9685327" cy="40355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4659351-0344-0BF1-4715-8BBE7E642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01" y="5326882"/>
            <a:ext cx="106105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Everest Group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global research and consulting firm that helps organizations improve their financial,</a:t>
            </a:r>
            <a:endParaRPr kumimoji="0" lang="ar-EG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operational, and digital performance through data-driven insights. </a:t>
            </a:r>
            <a:endParaRPr kumimoji="0" lang="ar-EG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provides strategic analysis across functions like finance, supply chain, IT, HR, </a:t>
            </a:r>
            <a:endParaRPr kumimoji="0" lang="ar-EG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global business services.</a:t>
            </a:r>
          </a:p>
        </p:txBody>
      </p:sp>
    </p:spTree>
    <p:extLst>
      <p:ext uri="{BB962C8B-B14F-4D97-AF65-F5344CB8AC3E}">
        <p14:creationId xmlns:p14="http://schemas.microsoft.com/office/powerpoint/2010/main" val="414488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3EA17-1847-0014-B51F-3AACD262F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78" y="1596181"/>
            <a:ext cx="5994997" cy="36656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FEA47-D39E-313E-48A2-87D120E7A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0" y="701445"/>
            <a:ext cx="5439424" cy="17894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F61E9A-B6DD-32FA-4EBC-4715F32BA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25" y="4224119"/>
            <a:ext cx="5180754" cy="2075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122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CA09B-1F4D-4C78-7E56-A9799FCBF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606105"/>
            <a:ext cx="10050278" cy="3429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6659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757CA-BBE4-984E-B2C9-71A174ED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04" y="332384"/>
            <a:ext cx="10904392" cy="6193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964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4AEB1C-FF2C-8BE9-4119-89D21105C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353817"/>
            <a:ext cx="10913806" cy="6150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108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ايمن رزق رزق الله جرس فام</dc:creator>
  <cp:lastModifiedBy>ايمن رزق رزق الله جرس فام</cp:lastModifiedBy>
  <cp:revision>2</cp:revision>
  <dcterms:created xsi:type="dcterms:W3CDTF">2025-11-25T18:37:24Z</dcterms:created>
  <dcterms:modified xsi:type="dcterms:W3CDTF">2025-11-25T18:59:00Z</dcterms:modified>
</cp:coreProperties>
</file>